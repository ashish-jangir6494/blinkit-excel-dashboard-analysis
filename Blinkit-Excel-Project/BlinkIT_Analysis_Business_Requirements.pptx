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6D5B1-BD90-6E38-4BF2-2F99A44426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6AE485-01DD-C63B-5979-505193458F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99364-F765-00C2-89B7-42837971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1DA8E-AB2F-4CCE-AF2E-F06264B1D62A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8B5E41-3BC8-7EDC-8530-C205ED8D8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182A0-6176-C3C5-3C87-91F81212E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A386B-5CEA-4593-973C-DF59DBD58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0807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73EFD-9221-62AA-CCB0-D8BF97AAA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1D78B-BDBE-5534-A966-59CD27DA9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404B7-42DF-B7AF-A414-9E5FF2663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1DA8E-AB2F-4CCE-AF2E-F06264B1D62A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22B0A-B131-AEE8-9617-3F80953FF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15D17A-8FF5-9766-C9A4-49A0D4BA0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A386B-5CEA-4593-973C-DF59DBD58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7114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21B14-F062-65BD-C009-C73326057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14AD4F-9A93-F8CC-4E36-1E6F0E6EC7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53FE19-0CAE-B76C-D848-AD3B6D563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1DA8E-AB2F-4CCE-AF2E-F06264B1D62A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BC2402-7184-770D-29A5-9FB4A5A5E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58FEAB-F001-5611-C236-25AF67213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A386B-5CEA-4593-973C-DF59DBD58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789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F30D5-76BA-AC34-2D79-F864A7A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AEB17-C3E4-00A5-17EC-8477C1AE8F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45D5A6-3995-BF9D-102C-5C5086250B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0AAD6F-F28F-0EA9-8C26-2EE364211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1DA8E-AB2F-4CCE-AF2E-F06264B1D62A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0EC92F-3025-95E3-1FEA-D8B4D07B8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875A2-37BD-900C-7F4E-32D7F2593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A386B-5CEA-4593-973C-DF59DBD58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0422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55355-E59D-B9E0-7289-EE7218B09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00F0CF-5DF3-D5B0-1202-D4BA79611F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D000D6-71DC-67F7-B826-372A6C9F56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667C3D-0A55-A3ED-405C-B1F55B48A5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E3BA85-B3A4-6F8B-BD75-29138B7A0D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10FFB4-E2EA-A2A7-D7AF-A874203FA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1DA8E-AB2F-4CCE-AF2E-F06264B1D62A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766B61-99B4-6504-6FC3-4F20903A5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345406-01AD-408F-AB37-0F3A0D2CF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A386B-5CEA-4593-973C-DF59DBD58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3225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9E431-B709-115B-5D3D-5B65894DC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76757C-5525-BD44-927E-16428CBE7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1DA8E-AB2F-4CCE-AF2E-F06264B1D62A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9C6FFD-4A9D-F9BE-4380-DC275CA3F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19170B-7F57-6733-685A-8C8975A39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A386B-5CEA-4593-973C-DF59DBD58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0975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FD3F6E-809F-11D6-E73A-0E4652A90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1DA8E-AB2F-4CCE-AF2E-F06264B1D62A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D24818-F8FE-D858-FA08-C616040C9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17C67A-329A-53C0-448B-832BD2AD7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A386B-5CEA-4593-973C-DF59DBD58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8561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47128-AD5D-E65E-09C2-1D03CB8AD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52F24-E9C8-966A-ED90-6C29F8A97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77CBB1-6C73-DA81-F356-D336FAD10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4845D0-AD75-11A4-5DAE-D6DA2C834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1DA8E-AB2F-4CCE-AF2E-F06264B1D62A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79EE-B2F6-BF42-FEC4-DD6C2E78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BAF596-B4BF-3D26-3AF9-1AD12C826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A386B-5CEA-4593-973C-DF59DBD58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2589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7F3E7-27D9-7438-E448-4958B0A76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6AD3E6-FE15-DCFB-AC08-6B011DB229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AEEB45-1CED-2CCF-37E3-6585D50952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063DB2-8598-A0C7-4773-9F08356CF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1DA8E-AB2F-4CCE-AF2E-F06264B1D62A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22EC15-F2B6-1228-8A62-58EB4244A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83731-F2D7-6DBF-233C-8640514B4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A386B-5CEA-4593-973C-DF59DBD58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513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50691-6C6F-8820-D871-44EA0071E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3D4FE8-D90A-A1BB-A0DF-24BFFB4245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2A5E8-4BA0-3C42-862C-1C50EB23B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1DA8E-AB2F-4CCE-AF2E-F06264B1D62A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B0505-A0A4-1899-697B-1B9D38434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F8F52-825B-076C-8053-1D913E722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A386B-5CEA-4593-973C-DF59DBD58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3763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96FDC3-F1B8-CE6C-B08F-CB5891B25E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44EC5-A683-B18E-12C2-4F46EEA8E8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28FAE-A839-E386-D83A-E776B32AC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1DA8E-AB2F-4CCE-AF2E-F06264B1D62A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39287-8F35-37D0-5A98-2AE5618E6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F9D7B-DE32-A712-B8DE-0C071E0F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A386B-5CEA-4593-973C-DF59DBD58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8385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3DFAC7-3FE7-4640-575C-3A26758FC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E8DA1-4E4A-D843-8C63-06C09F8F4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2D7D6-3B47-420C-B534-9FC8768D0A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01DA8E-AB2F-4CCE-AF2E-F06264B1D62A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4823E-7324-6BC3-67EF-FA0C634F38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0BF34-8DCA-5C69-C070-597B98C5B3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9A386B-5CEA-4593-973C-DF59DBD58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896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5B8BF-D9C8-DBC6-ACCE-17914D00B3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0" y="97971"/>
            <a:ext cx="4572000" cy="696685"/>
          </a:xfrm>
        </p:spPr>
        <p:txBody>
          <a:bodyPr>
            <a:normAutofit/>
          </a:bodyPr>
          <a:lstStyle/>
          <a:p>
            <a:r>
              <a:rPr lang="en-IN" sz="40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 err="1">
                <a:solidFill>
                  <a:schemeClr val="accent3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tx2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EF1026-0B3B-C072-916F-29104B5A16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8971" y="1088571"/>
            <a:ext cx="8556171" cy="500743"/>
          </a:xfrm>
        </p:spPr>
        <p:txBody>
          <a:bodyPr>
            <a:norm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688A92-8B61-1596-2196-6C5B41B84DC1}"/>
              </a:ext>
            </a:extLst>
          </p:cNvPr>
          <p:cNvSpPr txBox="1"/>
          <p:nvPr/>
        </p:nvSpPr>
        <p:spPr>
          <a:xfrm>
            <a:off x="555171" y="1709058"/>
            <a:ext cx="97644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Segoe UI Variable Display Semib" pitchFamily="2" charset="0"/>
                <a:ea typeface="Segoe UI Black" panose="020B0A02040204020203" pitchFamily="34" charset="0"/>
              </a:rPr>
              <a:t>To conduct a comprehensive analysis of </a:t>
            </a:r>
            <a:r>
              <a:rPr lang="en-US" sz="2000" dirty="0" err="1">
                <a:solidFill>
                  <a:schemeClr val="accent3">
                    <a:lumMod val="75000"/>
                  </a:schemeClr>
                </a:solidFill>
                <a:latin typeface="Segoe UI Variable Display Semib" pitchFamily="2" charset="0"/>
                <a:ea typeface="Segoe UI Black" panose="020B0A02040204020203" pitchFamily="34" charset="0"/>
              </a:rPr>
              <a:t>Blinkit's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Segoe UI Variable Display Semib" pitchFamily="2" charset="0"/>
                <a:ea typeface="Segoe UI Black" panose="020B0A02040204020203" pitchFamily="34" charset="0"/>
              </a:rPr>
              <a:t> sales performance, customer satisfaction, and inventory distribution to identify key insights and opportunities for optimization using various KPIs and visualizations in Power BI.</a:t>
            </a:r>
            <a:endParaRPr lang="en-IN" sz="2000" dirty="0">
              <a:solidFill>
                <a:schemeClr val="accent3">
                  <a:lumMod val="75000"/>
                </a:schemeClr>
              </a:solidFill>
              <a:latin typeface="Segoe UI Variable Display Semib" pitchFamily="2" charset="0"/>
              <a:ea typeface="Segoe UI Black" panose="020B0A02040204020203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EED82FB-9B6D-0CBF-523D-45A38B22C8E3}"/>
              </a:ext>
            </a:extLst>
          </p:cNvPr>
          <p:cNvSpPr txBox="1">
            <a:spLocks/>
          </p:cNvSpPr>
          <p:nvPr/>
        </p:nvSpPr>
        <p:spPr>
          <a:xfrm>
            <a:off x="555171" y="2928258"/>
            <a:ext cx="3167743" cy="391886"/>
          </a:xfrm>
          <a:prstGeom prst="rect">
            <a:avLst/>
          </a:prstGeom>
          <a:solidFill>
            <a:schemeClr val="tx1"/>
          </a:solidFill>
          <a:effectLst>
            <a:glow>
              <a:schemeClr val="accent1">
                <a:alpha val="40000"/>
              </a:schemeClr>
            </a:glow>
            <a:softEdge rad="0"/>
          </a:effectLst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KPI's Requirements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93BAEA-DD0E-AAE2-BBBD-C5D643D852AE}"/>
              </a:ext>
            </a:extLst>
          </p:cNvPr>
          <p:cNvSpPr txBox="1"/>
          <p:nvPr/>
        </p:nvSpPr>
        <p:spPr>
          <a:xfrm>
            <a:off x="478971" y="3668486"/>
            <a:ext cx="915488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1. Total Sales: 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The overall revenue generated from all items sold.</a:t>
            </a:r>
          </a:p>
          <a:p>
            <a:endParaRPr lang="en-US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2. Average Sales: 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The average revenue per sale.</a:t>
            </a:r>
          </a:p>
          <a:p>
            <a:endParaRPr lang="en-US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3. Number of Orders: 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The total count of different items sold.</a:t>
            </a:r>
          </a:p>
          <a:p>
            <a:endParaRPr lang="en-US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4. Average of Discount: 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The average customer Discount for Product sold.</a:t>
            </a:r>
            <a:endParaRPr lang="en-IN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0112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B2C8A1-173E-AEF1-5E24-0AE867A0B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FF0A6-6505-7009-807E-26B5F033B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0" y="97971"/>
            <a:ext cx="4572000" cy="696685"/>
          </a:xfrm>
        </p:spPr>
        <p:txBody>
          <a:bodyPr>
            <a:normAutofit/>
          </a:bodyPr>
          <a:lstStyle/>
          <a:p>
            <a:r>
              <a:rPr lang="en-IN" sz="40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 err="1">
                <a:solidFill>
                  <a:schemeClr val="accent3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tx2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12560E-DE37-3EA1-F7E5-848BD1756E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8971" y="1088571"/>
            <a:ext cx="8556171" cy="500743"/>
          </a:xfrm>
        </p:spPr>
        <p:txBody>
          <a:bodyPr>
            <a:norm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0E59710-CAB0-1C1A-58B0-F6D4EC0BF505}"/>
              </a:ext>
            </a:extLst>
          </p:cNvPr>
          <p:cNvSpPr txBox="1">
            <a:spLocks/>
          </p:cNvSpPr>
          <p:nvPr/>
        </p:nvSpPr>
        <p:spPr>
          <a:xfrm>
            <a:off x="478970" y="1898417"/>
            <a:ext cx="6694716" cy="500743"/>
          </a:xfrm>
          <a:prstGeom prst="rect">
            <a:avLst/>
          </a:prstGeom>
          <a:solidFill>
            <a:schemeClr val="tx1"/>
          </a:solidFill>
          <a:effectLst>
            <a:glow>
              <a:schemeClr val="accent1">
                <a:alpha val="40000"/>
              </a:schemeClr>
            </a:glow>
            <a:softEdge rad="0"/>
          </a:effectLst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2800" b="1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Charts &amp; Visualization Requirements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3A7213-ABFA-3C4F-6563-E1EDAD819310}"/>
              </a:ext>
            </a:extLst>
          </p:cNvPr>
          <p:cNvSpPr txBox="1"/>
          <p:nvPr/>
        </p:nvSpPr>
        <p:spPr>
          <a:xfrm>
            <a:off x="478971" y="2693075"/>
            <a:ext cx="915488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Required visualizations include:</a:t>
            </a:r>
          </a:p>
          <a:p>
            <a:endParaRPr lang="en-US" sz="2000" dirty="0"/>
          </a:p>
          <a:p>
            <a:r>
              <a:rPr lang="en-US" sz="2000" dirty="0"/>
              <a:t>• Donut Chart – Sales by Payment Type</a:t>
            </a:r>
          </a:p>
          <a:p>
            <a:r>
              <a:rPr lang="en-US" sz="2000" dirty="0"/>
              <a:t>• Bar Chart – Sales by City</a:t>
            </a:r>
          </a:p>
          <a:p>
            <a:r>
              <a:rPr lang="en-US" sz="2000" dirty="0"/>
              <a:t>• Bar Chart – Sales by Product Category</a:t>
            </a:r>
          </a:p>
          <a:p>
            <a:r>
              <a:rPr lang="en-US" sz="2000" dirty="0"/>
              <a:t>• Line/Area Chart – Sales Trend by Quarter</a:t>
            </a:r>
          </a:p>
          <a:p>
            <a:r>
              <a:rPr lang="en-US" sz="2000" dirty="0"/>
              <a:t>• Bar Chart – Orders by Age Group</a:t>
            </a:r>
          </a:p>
          <a:p>
            <a:r>
              <a:rPr lang="en-US" sz="2000" dirty="0"/>
              <a:t>• Donut Chart – Sales by Gender</a:t>
            </a:r>
          </a:p>
          <a:p>
            <a:endParaRPr lang="en-US" sz="2000" dirty="0"/>
          </a:p>
          <a:p>
            <a:r>
              <a:rPr lang="en-US" sz="2000" dirty="0"/>
              <a:t>Charts must be interactive and slicer-driven.</a:t>
            </a:r>
          </a:p>
        </p:txBody>
      </p:sp>
    </p:spTree>
    <p:extLst>
      <p:ext uri="{BB962C8B-B14F-4D97-AF65-F5344CB8AC3E}">
        <p14:creationId xmlns:p14="http://schemas.microsoft.com/office/powerpoint/2010/main" val="291046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3FEA99-2BBB-423D-B16B-1DCDD53B6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1ED98-3B87-9E32-72EB-9CCA5C8F52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0" y="97971"/>
            <a:ext cx="4572000" cy="696685"/>
          </a:xfrm>
        </p:spPr>
        <p:txBody>
          <a:bodyPr>
            <a:normAutofit/>
          </a:bodyPr>
          <a:lstStyle/>
          <a:p>
            <a:r>
              <a:rPr lang="en-IN" sz="40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 err="1">
                <a:solidFill>
                  <a:schemeClr val="accent3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tx2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8A45A2-FB5B-C096-9EBE-8E0C33F3B6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8971" y="1088571"/>
            <a:ext cx="8556171" cy="500743"/>
          </a:xfrm>
        </p:spPr>
        <p:txBody>
          <a:bodyPr>
            <a:norm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CFA1584-C7F4-1E04-7837-269DBDC33216}"/>
              </a:ext>
            </a:extLst>
          </p:cNvPr>
          <p:cNvSpPr txBox="1">
            <a:spLocks/>
          </p:cNvSpPr>
          <p:nvPr/>
        </p:nvSpPr>
        <p:spPr>
          <a:xfrm>
            <a:off x="478972" y="1898417"/>
            <a:ext cx="4746172" cy="500743"/>
          </a:xfrm>
          <a:prstGeom prst="rect">
            <a:avLst/>
          </a:prstGeom>
          <a:solidFill>
            <a:schemeClr val="tx1"/>
          </a:solidFill>
          <a:effectLst>
            <a:glow>
              <a:schemeClr val="accent1">
                <a:alpha val="40000"/>
              </a:schemeClr>
            </a:glow>
            <a:softEdge rad="0"/>
          </a:effectLst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26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Filter &amp; Slicer Requirements</a:t>
            </a:r>
            <a:endParaRPr lang="en-IN" sz="2600" b="1"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96D685-B1C8-C436-BEC6-ABBF83661BD7}"/>
              </a:ext>
            </a:extLst>
          </p:cNvPr>
          <p:cNvSpPr txBox="1"/>
          <p:nvPr/>
        </p:nvSpPr>
        <p:spPr>
          <a:xfrm>
            <a:off x="478971" y="2693075"/>
            <a:ext cx="915488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dashboard must support the following slicers:</a:t>
            </a:r>
          </a:p>
          <a:p>
            <a:endParaRPr lang="en-US" sz="2000" dirty="0"/>
          </a:p>
          <a:p>
            <a:r>
              <a:rPr lang="en-US" sz="2000" dirty="0"/>
              <a:t>• Category</a:t>
            </a:r>
          </a:p>
          <a:p>
            <a:r>
              <a:rPr lang="en-US" sz="2000" dirty="0"/>
              <a:t>• City</a:t>
            </a:r>
          </a:p>
          <a:p>
            <a:r>
              <a:rPr lang="en-US" sz="2000" dirty="0"/>
              <a:t>• Gender</a:t>
            </a:r>
          </a:p>
          <a:p>
            <a:r>
              <a:rPr lang="en-US" sz="2000" dirty="0"/>
              <a:t>• Order Date (Quarter-wise)</a:t>
            </a:r>
          </a:p>
          <a:p>
            <a:endParaRPr lang="en-US" sz="2000" dirty="0"/>
          </a:p>
          <a:p>
            <a:r>
              <a:rPr lang="en-US" sz="2000" dirty="0"/>
              <a:t>Slicers should control all KPIs and charts simultaneously.</a:t>
            </a:r>
          </a:p>
        </p:txBody>
      </p:sp>
    </p:spTree>
    <p:extLst>
      <p:ext uri="{BB962C8B-B14F-4D97-AF65-F5344CB8AC3E}">
        <p14:creationId xmlns:p14="http://schemas.microsoft.com/office/powerpoint/2010/main" val="2228478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9F0CB4-3D43-7107-8CF9-D240BC4E9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0E16B-AE81-70DB-E156-7C399B07EA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0" y="97971"/>
            <a:ext cx="4572000" cy="696685"/>
          </a:xfrm>
        </p:spPr>
        <p:txBody>
          <a:bodyPr>
            <a:normAutofit/>
          </a:bodyPr>
          <a:lstStyle/>
          <a:p>
            <a:r>
              <a:rPr lang="en-IN" sz="40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 err="1">
                <a:solidFill>
                  <a:schemeClr val="accent3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tx2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EDB1E6-771B-8E8C-5862-5A94CCF43F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8971" y="1088571"/>
            <a:ext cx="8556171" cy="500743"/>
          </a:xfrm>
        </p:spPr>
        <p:txBody>
          <a:bodyPr>
            <a:norm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4E80D80-5D97-84E9-43CA-0C8D6B16E4C1}"/>
              </a:ext>
            </a:extLst>
          </p:cNvPr>
          <p:cNvSpPr txBox="1">
            <a:spLocks/>
          </p:cNvSpPr>
          <p:nvPr/>
        </p:nvSpPr>
        <p:spPr>
          <a:xfrm>
            <a:off x="478971" y="1898417"/>
            <a:ext cx="5529943" cy="500743"/>
          </a:xfrm>
          <a:prstGeom prst="rect">
            <a:avLst/>
          </a:prstGeom>
          <a:solidFill>
            <a:schemeClr val="tx1"/>
          </a:solidFill>
          <a:effectLst>
            <a:glow>
              <a:schemeClr val="accent1">
                <a:alpha val="40000"/>
              </a:schemeClr>
            </a:glow>
            <a:softEdge rad="0"/>
          </a:effectLst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2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Data &amp; Validation Requirements</a:t>
            </a:r>
            <a:endParaRPr lang="en-IN" sz="2800" b="1"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B67CC9-4E18-32C0-7D3A-EC9AEAEA05C4}"/>
              </a:ext>
            </a:extLst>
          </p:cNvPr>
          <p:cNvSpPr txBox="1"/>
          <p:nvPr/>
        </p:nvSpPr>
        <p:spPr>
          <a:xfrm>
            <a:off x="478971" y="2693075"/>
            <a:ext cx="915488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• Cleaned and validated Excel data</a:t>
            </a:r>
          </a:p>
          <a:p>
            <a:endParaRPr lang="en-US" sz="2000" dirty="0"/>
          </a:p>
          <a:p>
            <a:r>
              <a:rPr lang="en-US" sz="2000" dirty="0"/>
              <a:t>• Standardized date and currency formats</a:t>
            </a:r>
          </a:p>
          <a:p>
            <a:endParaRPr lang="en-US" sz="2000" dirty="0"/>
          </a:p>
          <a:p>
            <a:r>
              <a:rPr lang="en-US" sz="2000" dirty="0"/>
              <a:t>• Removal of invalid or inconsistent records</a:t>
            </a:r>
          </a:p>
          <a:p>
            <a:endParaRPr lang="en-US" sz="2000" dirty="0"/>
          </a:p>
          <a:p>
            <a:r>
              <a:rPr lang="en-US" sz="2000" dirty="0"/>
              <a:t>• Referential integrity between Orders, Customers, Products, and Stores</a:t>
            </a:r>
          </a:p>
          <a:p>
            <a:endParaRPr lang="en-US" sz="2000" dirty="0"/>
          </a:p>
          <a:p>
            <a:r>
              <a:rPr lang="en-US" sz="2000" dirty="0"/>
              <a:t>The system should highlight the importance of data accuracy.</a:t>
            </a:r>
          </a:p>
        </p:txBody>
      </p:sp>
    </p:spTree>
    <p:extLst>
      <p:ext uri="{BB962C8B-B14F-4D97-AF65-F5344CB8AC3E}">
        <p14:creationId xmlns:p14="http://schemas.microsoft.com/office/powerpoint/2010/main" val="1924173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0DD48A-4831-C518-8F12-47700010D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86BAC-30EB-B368-23F7-52319D8834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0" y="97971"/>
            <a:ext cx="4572000" cy="696685"/>
          </a:xfrm>
        </p:spPr>
        <p:txBody>
          <a:bodyPr>
            <a:normAutofit/>
          </a:bodyPr>
          <a:lstStyle/>
          <a:p>
            <a:r>
              <a:rPr lang="en-IN" sz="40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 err="1">
                <a:solidFill>
                  <a:schemeClr val="accent3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tx2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E1E88A-47D5-12BD-BF0A-CBA08CBC09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8971" y="1088571"/>
            <a:ext cx="8556171" cy="500743"/>
          </a:xfrm>
        </p:spPr>
        <p:txBody>
          <a:bodyPr>
            <a:normAutofit/>
          </a:bodyPr>
          <a:lstStyle/>
          <a:p>
            <a:pPr algn="l"/>
            <a:r>
              <a:rPr lang="en-IN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EAEEE87-D545-319A-9397-1139378CA86C}"/>
              </a:ext>
            </a:extLst>
          </p:cNvPr>
          <p:cNvSpPr txBox="1">
            <a:spLocks/>
          </p:cNvSpPr>
          <p:nvPr/>
        </p:nvSpPr>
        <p:spPr>
          <a:xfrm>
            <a:off x="478971" y="1898417"/>
            <a:ext cx="6792685" cy="500743"/>
          </a:xfrm>
          <a:prstGeom prst="rect">
            <a:avLst/>
          </a:prstGeom>
          <a:solidFill>
            <a:schemeClr val="tx1"/>
          </a:solidFill>
          <a:effectLst>
            <a:glow>
              <a:schemeClr val="accent1">
                <a:alpha val="40000"/>
              </a:schemeClr>
            </a:glow>
            <a:softEdge rad="0"/>
          </a:effectLst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Dashboard &amp; Business Usage Requirements</a:t>
            </a:r>
            <a:endParaRPr lang="en-IN" b="1"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30118A-DBDB-EEED-EC69-AA7AC823E883}"/>
              </a:ext>
            </a:extLst>
          </p:cNvPr>
          <p:cNvSpPr txBox="1"/>
          <p:nvPr/>
        </p:nvSpPr>
        <p:spPr>
          <a:xfrm>
            <a:off x="478971" y="2693075"/>
            <a:ext cx="915488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• Single-page executive dashboard</a:t>
            </a:r>
          </a:p>
          <a:p>
            <a:endParaRPr lang="en-US" sz="2000" dirty="0"/>
          </a:p>
          <a:p>
            <a:r>
              <a:rPr lang="en-US" sz="2000" dirty="0"/>
              <a:t>• Easy-to-read KPI cards</a:t>
            </a:r>
          </a:p>
          <a:p>
            <a:endParaRPr lang="en-US" sz="2000" dirty="0"/>
          </a:p>
          <a:p>
            <a:r>
              <a:rPr lang="en-US" sz="2000" dirty="0"/>
              <a:t>• Minimal manual intervention</a:t>
            </a:r>
          </a:p>
          <a:p>
            <a:endParaRPr lang="en-US" sz="2000" dirty="0"/>
          </a:p>
          <a:p>
            <a:r>
              <a:rPr lang="en-US" sz="2000" dirty="0"/>
              <a:t>• Suitable for weekly and monthly business reviews</a:t>
            </a:r>
          </a:p>
          <a:p>
            <a:endParaRPr lang="en-US" sz="2000" dirty="0"/>
          </a:p>
          <a:p>
            <a:r>
              <a:rPr lang="en-US" sz="2000" dirty="0"/>
              <a:t>The dashboard should enable quick, actionable insights.</a:t>
            </a:r>
          </a:p>
        </p:txBody>
      </p:sp>
    </p:spTree>
    <p:extLst>
      <p:ext uri="{BB962C8B-B14F-4D97-AF65-F5344CB8AC3E}">
        <p14:creationId xmlns:p14="http://schemas.microsoft.com/office/powerpoint/2010/main" val="1185405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586</TotalTime>
  <Words>283</Words>
  <Application>Microsoft Office PowerPoint</Application>
  <PresentationFormat>Widescreen</PresentationFormat>
  <Paragraphs>59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Segoe UI Black</vt:lpstr>
      <vt:lpstr>Segoe UI Variable Display Semib</vt:lpstr>
      <vt:lpstr>Office Theme</vt:lpstr>
      <vt:lpstr>BlinkIT Analysis</vt:lpstr>
      <vt:lpstr>BlinkIT Analysis</vt:lpstr>
      <vt:lpstr>BlinkIT Analysis</vt:lpstr>
      <vt:lpstr>BlinkIT Analysis</vt:lpstr>
      <vt:lpstr>BlinkIT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jangir.edu@gmail.com</dc:creator>
  <cp:lastModifiedBy>jangir.edu@gmail.com</cp:lastModifiedBy>
  <cp:revision>5</cp:revision>
  <dcterms:created xsi:type="dcterms:W3CDTF">2025-12-11T05:31:24Z</dcterms:created>
  <dcterms:modified xsi:type="dcterms:W3CDTF">2025-12-15T09:29:06Z</dcterms:modified>
</cp:coreProperties>
</file>